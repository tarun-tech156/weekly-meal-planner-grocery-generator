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3" r:id="rId15"/>
    <p:sldId id="274" r:id="rId16"/>
    <p:sldId id="272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535" autoAdjust="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82880"/>
            <a:ext cx="1828800" cy="1828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5303520"/>
            <a:ext cx="1371600" cy="137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760720"/>
            <a:ext cx="1005840" cy="10058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 Display"/>
              </a:rPr>
              <a:t>WEEKLY MEAL PLANNER
&amp; GROCERY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DE6E2"/>
                </a:solidFill>
                <a:latin typeface="Aptos"/>
              </a:rPr>
              <a:t>Java Mini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564577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Branch: Computer Science &amp; Information Technology (CS &amp; IT)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Team Members: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1. Y. Tarun Kumar  —  2620090136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2. E. Sharan Teja  —  2620090134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Faculty Guide:</a:t>
            </a:r>
            <a:r>
              <a:rPr lang="en-IN" dirty="0"/>
              <a:t> V.</a:t>
            </a:r>
            <a:r>
              <a:rPr dirty="0"/>
              <a:t> Gopikrishna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Java-based console application for planning meals across seven days.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Users select Breakfast, Lunch, or Dinner for each day.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The program adds the selected meal cost to an estimated weekly total.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It checks grocery availability and displays missing items to buy.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Uses core Java concepts such as Scanner, arrays, loops, switch, and if 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4114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92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Manual meal planning can be repetitive and easy to forget.
• Meals must be planned day by day.
• Grocery availability is checked separately.
• Cost has to be calculated manually.
• Missing items may be overlooked.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73152" cy="411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Create one simple Java program that:
• plans meals for all 7 days,
• calculates the estimated cost,
• checks Rice, Chicken, Vegetables and Oil,
• tells the user which missing items to buy.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3.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Plan meals for Monday to Sunday.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Provide three meal choices: Breakfast, Lunch and Dinner.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Calculate the total estimated meal cost automatically.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Check whether important grocery items are available.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Display a clear list of items that need to be purchased.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Demonstrate practical use of fundamental Java programming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4. 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Manual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Meals are usually written in notes or on paper.
No automatic weekly repetition or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73152" cy="4389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Separate Grocery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48839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Users check grocery items independently.
Missing items can be forgotten.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0144" y="1508760"/>
            <a:ext cx="73152" cy="438912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8744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Manual Costing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148839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Meal prices are added separately.
This takes extra time and effort.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5.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Select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26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Choose Meal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12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Add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79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Check Groceries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4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Show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886200"/>
            <a:ext cx="8503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28800" y="3886200"/>
            <a:ext cx="73152" cy="150876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57400" y="4050791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526280"/>
            <a:ext cx="80924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A simple weekly meal plan + grocery availability check + estimated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6.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USER 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716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MEAL SELECTION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0740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344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COST CALCULATION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32764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GROCERY CHECK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2220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FINAL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886200"/>
            <a:ext cx="8046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03120" y="388620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Core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526280"/>
            <a:ext cx="7635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days[] stores the week • items[] stores grocery items • total stores estimated cost • choice selects the meal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7. Functionalities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7-Day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Processes Monday–Sunday using a while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819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Meal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Switch statement offers 3 meal choices.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017520"/>
            <a:ext cx="73152" cy="132588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Cost Estimation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Adds ₹40 / ₹120 / ₹100 based on selected meal.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1821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Grocery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Checks Rice, Chicken, Vegetables and Oil.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61772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823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Missing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If answer is “no”, prints Buy &lt;item&gt;.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177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73152" cy="132588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7823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Final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57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Displays the estimated weekly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8. Implementation – Java Code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Place your first two code screenshots in the marked areas.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9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3761E1-7301-6FBA-986E-8D2147E55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92" y="2146329"/>
            <a:ext cx="5214457" cy="3111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AAF2FC-36D5-F47D-7991-F8B2ACBEC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90" y="2057400"/>
            <a:ext cx="508783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8. Implementation – Java Code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Place your remaining two code screenshots in the marked areas.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E15B15-070A-6A08-C409-EB91A0F8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153265"/>
            <a:ext cx="4947928" cy="31856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1D18B8-598D-D5E3-B7BC-ED727F802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2587746"/>
            <a:ext cx="5211284" cy="2212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9. Output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Output screenshots 1–4 • Replace the placeholders with your actual console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697480"/>
                </a:solidFill>
              </a:rPr>
              <a:t>OUTPUT SCREENSHOT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4685AF-22E1-3D55-C505-03A972D7F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64" y="1825801"/>
            <a:ext cx="4763729" cy="160319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FA475A-C50E-0E98-2CBA-FD806D1DB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343" y="1900420"/>
            <a:ext cx="4968671" cy="15012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BA55B6-9581-B0B3-4D65-F3AC5C40E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29" y="4328151"/>
            <a:ext cx="4944103" cy="12726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99A24C2-0015-79B2-7B81-3764CE733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343" y="4244323"/>
            <a:ext cx="4732430" cy="13564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81737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9. Output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Output screenshots 5–8 • Replace the placeholders with your actual console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44168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697480"/>
                </a:solidFill>
              </a:rPr>
              <a:t>OUTPUT SCREENSHOT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FE320DA-A8C6-EEDF-6E37-C1B0C9BD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14" y="1952183"/>
            <a:ext cx="4061812" cy="12345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FE9E9F0-3F73-8E74-1C75-20F0E0A9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961751"/>
            <a:ext cx="4587638" cy="11812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60504EB-7C19-DA14-83EA-D08107B2B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723" y="4297680"/>
            <a:ext cx="4305673" cy="13031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2737415-0325-8A8E-8C32-F4F925666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214" y="4270020"/>
            <a:ext cx="4824889" cy="15703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10.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Add more meal choices and allow users to enter custom meals.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Store ingredient quantities and automatically combine repeated ingredients.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Add a graphical user interface using Java Swing or JavaFX.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Connect the application to a database for saved meal plans.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Add nutrition, calorie and monthly budget tracking.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Provide personalized meal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rPr sz="2800" b="1">
                <a:solidFill>
                  <a:srgbClr val="14223D"/>
                </a:solidFill>
                <a:latin typeface="Aptos Display"/>
              </a:rPr>
              <a:t>CO attainment: CO1–CO3</a:t>
            </a:r>
            <a:endParaRPr sz="2800"/>
          </a:p>
        </p:txBody>
      </p:sp>
      <p:sp>
        <p:nvSpPr>
          <p:cNvPr id="4" name="Teal accent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</p:sp>
      <p:sp>
        <p:nvSpPr>
          <p:cNvPr id="5" name="CO1 · From problem to program"/>
          <p:cNvSpPr txBox="1"/>
          <p:nvPr/>
        </p:nvSpPr>
        <p:spPr>
          <a:xfrm>
            <a:off x="777240" y="14630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CO1 · From problem to program</a:t>
            </a:r>
            <a:endParaRPr sz="1800"/>
          </a:p>
        </p:txBody>
      </p:sp>
      <p:sp>
        <p:nvSpPr>
          <p:cNvPr id="6" name="Details"/>
          <p:cNvSpPr txBox="1"/>
          <p:nvPr/>
        </p:nvSpPr>
        <p:spPr>
          <a:xfrm>
            <a:off x="777240" y="1983040"/>
            <a:ext cx="10972800" cy="638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algorithm, data types, expressions and I/O.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Scanner input and console output; String[] days/items; int day/choice; double total; total += cost.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Demonstrated in the prototype.</a:t>
            </a:r>
            <a:endParaRPr sz="1550"/>
          </a:p>
        </p:txBody>
      </p:sp>
      <p:sp>
        <p:nvSpPr>
          <p:cNvPr id="7" name="CO2 · Control flow"/>
          <p:cNvSpPr txBox="1"/>
          <p:nvPr/>
        </p:nvSpPr>
        <p:spPr>
          <a:xfrm>
            <a:off x="777240" y="28238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CO2 · Control flow</a:t>
            </a:r>
            <a:endParaRPr sz="1800"/>
          </a:p>
        </p:txBody>
      </p:sp>
      <p:sp>
        <p:nvSpPr>
          <p:cNvPr id="8" name="Details"/>
          <p:cNvSpPr txBox="1"/>
          <p:nvPr/>
        </p:nvSpPr>
        <p:spPr>
          <a:xfrm>
            <a:off x="777240" y="3343840"/>
            <a:ext cx="10972800" cy="638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selection, loops and termination.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while (day &lt; 7), switch cases, break/continue, for-each grocery loop and if check.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Demonstrated in the prototype.</a:t>
            </a:r>
            <a:endParaRPr sz="1550"/>
          </a:p>
        </p:txBody>
      </p:sp>
      <p:sp>
        <p:nvSpPr>
          <p:cNvPr id="9" name="CO3 · Methods, recursion and arrays"/>
          <p:cNvSpPr txBox="1"/>
          <p:nvPr/>
        </p:nvSpPr>
        <p:spPr>
          <a:xfrm>
            <a:off x="777240" y="41846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CO3 · Methods, recursion and arrays</a:t>
            </a:r>
            <a:endParaRPr sz="1800"/>
          </a:p>
        </p:txBody>
      </p:sp>
      <p:sp>
        <p:nvSpPr>
          <p:cNvPr id="10" name="Details"/>
          <p:cNvSpPr txBox="1"/>
          <p:nvPr/>
        </p:nvSpPr>
        <p:spPr>
          <a:xfrm>
            <a:off x="777240" y="4704640"/>
            <a:ext cx="10972800" cy="9354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modular methods, recursion, and 1-D/2-D arrays.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one-dimensional String[] arrays and main method are shown.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Partially demonstrated. Additional methods, recursion and 2-D arrays are not demonstrated in the current prototype; future enhancement.</a:t>
            </a:r>
            <a:endParaRPr sz="1550"/>
          </a:p>
        </p:txBody>
      </p:sp>
      <p:sp>
        <p:nvSpPr>
          <p:cNvPr id="11" name="Faculty assessment note"/>
          <p:cNvSpPr txBox="1"/>
          <p:nvPr/>
        </p:nvSpPr>
        <p:spPr>
          <a:xfrm>
            <a:off x="777240" y="6172200"/>
            <a:ext cx="109728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697480"/>
                </a:solidFill>
                <a:latin typeface="Aptos"/>
              </a:defRPr>
            </a:pPr>
            <a:r>
              <a:rPr sz="1150" b="0">
                <a:solidFill>
                  <a:srgbClr val="697480"/>
                </a:solidFill>
                <a:latin typeface="Aptos"/>
              </a:rPr>
              <a:t>Rubric levels (Excellent / Good / Satisfactory / Needs Improvement) require faculty evaluation. No scores are assigned in this presentation.</a:t>
            </a:r>
            <a:endParaRPr sz="1150"/>
          </a:p>
        </p:txBody>
      </p:sp>
      <p:sp>
        <p:nvSpPr>
          <p:cNvPr id="12" name="Footer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97480"/>
                </a:solidFill>
                <a:latin typeface="Aptos"/>
              </a:defRPr>
            </a:pPr>
            <a:r>
              <a:rPr sz="800" b="0">
                <a:solidFill>
                  <a:srgbClr val="697480"/>
                </a:solidFill>
                <a:latin typeface="Aptos"/>
              </a:rPr>
              <a:t>CS &amp; IT  |  Weekly Meal Planner &amp; Grocery Generator  |  Project Expo supplement</a:t>
            </a:r>
            <a:endParaRPr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rPr sz="2800" b="1">
                <a:solidFill>
                  <a:srgbClr val="14223D"/>
                </a:solidFill>
                <a:latin typeface="Aptos Display"/>
              </a:rPr>
              <a:t>CO attainment: CO4–CO6</a:t>
            </a:r>
            <a:endParaRPr sz="2800"/>
          </a:p>
        </p:txBody>
      </p:sp>
      <p:sp>
        <p:nvSpPr>
          <p:cNvPr id="4" name="Teal accent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</p:sp>
      <p:sp>
        <p:nvSpPr>
          <p:cNvPr id="5" name="CO4 · Objects that fail safely"/>
          <p:cNvSpPr txBox="1"/>
          <p:nvPr/>
        </p:nvSpPr>
        <p:spPr>
          <a:xfrm>
            <a:off x="777240" y="14630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CO4 · Objects that fail safely</a:t>
            </a:r>
            <a:endParaRPr sz="1800"/>
          </a:p>
        </p:txBody>
      </p:sp>
      <p:sp>
        <p:nvSpPr>
          <p:cNvPr id="6" name="Details"/>
          <p:cNvSpPr txBox="1"/>
          <p:nvPr/>
        </p:nvSpPr>
        <p:spPr>
          <a:xfrm>
            <a:off x="777240" y="1983040"/>
            <a:ext cx="10972800" cy="638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OOP, encapsulation and exceptions.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A class with a static main method is shown; no encapsulated object design or exception handling is shown.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Not demonstrated in the current prototype; future enhancement.</a:t>
            </a:r>
            <a:endParaRPr sz="1550"/>
          </a:p>
        </p:txBody>
      </p:sp>
      <p:sp>
        <p:nvSpPr>
          <p:cNvPr id="7" name="CO5 · Strings, library algorithms and files"/>
          <p:cNvSpPr txBox="1"/>
          <p:nvPr/>
        </p:nvSpPr>
        <p:spPr>
          <a:xfrm>
            <a:off x="777240" y="292608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 dirty="0">
                <a:solidFill>
                  <a:srgbClr val="14223D"/>
                </a:solidFill>
                <a:latin typeface="Aptos"/>
              </a:rPr>
              <a:t>CO5 · Strings, library algorithms and files</a:t>
            </a:r>
            <a:endParaRPr sz="1800" dirty="0"/>
          </a:p>
        </p:txBody>
      </p:sp>
      <p:sp>
        <p:nvSpPr>
          <p:cNvPr id="8" name="Details"/>
          <p:cNvSpPr txBox="1"/>
          <p:nvPr/>
        </p:nvSpPr>
        <p:spPr>
          <a:xfrm>
            <a:off x="777240" y="3343840"/>
            <a:ext cx="10972800" cy="638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 dirty="0">
                <a:solidFill>
                  <a:srgbClr val="232B34"/>
                </a:solidFill>
                <a:latin typeface="Aptos"/>
              </a:rPr>
              <a:t>• Rubric focus: strings, searching, sorting and file I/O.</a:t>
            </a:r>
            <a:endParaRPr sz="1550" dirty="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 dirty="0">
                <a:solidFill>
                  <a:srgbClr val="232B34"/>
                </a:solidFill>
                <a:latin typeface="Aptos"/>
              </a:rPr>
              <a:t>• Evidence: String input, concatenation and </a:t>
            </a:r>
            <a:r>
              <a:rPr sz="1550" b="0" dirty="0" err="1">
                <a:solidFill>
                  <a:srgbClr val="232B34"/>
                </a:solidFill>
                <a:latin typeface="Aptos"/>
              </a:rPr>
              <a:t>equalsIgnoreCase</a:t>
            </a:r>
            <a:r>
              <a:rPr sz="1550" b="0" dirty="0">
                <a:solidFill>
                  <a:srgbClr val="232B34"/>
                </a:solidFill>
                <a:latin typeface="Aptos"/>
              </a:rPr>
              <a:t> appear in the code. Searching, sorting and file I/O are not shown.</a:t>
            </a:r>
            <a:endParaRPr sz="1550" dirty="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 dirty="0">
                <a:solidFill>
                  <a:srgbClr val="232B34"/>
                </a:solidFill>
                <a:latin typeface="Aptos"/>
              </a:rPr>
              <a:t>• Current evidence: Partially demonstrated. Searching, sorting and file I/O are not demonstrated in the current prototype; future enhancement.</a:t>
            </a:r>
            <a:endParaRPr sz="1550" dirty="0"/>
          </a:p>
        </p:txBody>
      </p:sp>
      <p:sp>
        <p:nvSpPr>
          <p:cNvPr id="9" name="CO6 · Collections and streams"/>
          <p:cNvSpPr txBox="1"/>
          <p:nvPr/>
        </p:nvSpPr>
        <p:spPr>
          <a:xfrm>
            <a:off x="777240" y="44246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 dirty="0">
                <a:solidFill>
                  <a:srgbClr val="14223D"/>
                </a:solidFill>
                <a:latin typeface="Aptos"/>
              </a:rPr>
              <a:t>CO6 · Collections and streams</a:t>
            </a:r>
            <a:endParaRPr sz="1800" dirty="0"/>
          </a:p>
        </p:txBody>
      </p:sp>
      <p:sp>
        <p:nvSpPr>
          <p:cNvPr id="10" name="Details"/>
          <p:cNvSpPr txBox="1"/>
          <p:nvPr/>
        </p:nvSpPr>
        <p:spPr>
          <a:xfrm>
            <a:off x="777240" y="4704640"/>
            <a:ext cx="10972800" cy="9354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collections, lambdas and streams.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The prototype uses arrays; no collections, lambdas or streams are shown.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Not demonstrated in the current prototype; future enhancement.</a:t>
            </a:r>
            <a:endParaRPr sz="1550"/>
          </a:p>
        </p:txBody>
      </p:sp>
      <p:sp>
        <p:nvSpPr>
          <p:cNvPr id="11" name="Faculty assessment note"/>
          <p:cNvSpPr txBox="1"/>
          <p:nvPr/>
        </p:nvSpPr>
        <p:spPr>
          <a:xfrm>
            <a:off x="777240" y="6172200"/>
            <a:ext cx="109728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697480"/>
                </a:solidFill>
                <a:latin typeface="Aptos"/>
              </a:defRPr>
            </a:pPr>
            <a:r>
              <a:rPr sz="1150" b="0">
                <a:solidFill>
                  <a:srgbClr val="697480"/>
                </a:solidFill>
                <a:latin typeface="Aptos"/>
              </a:rPr>
              <a:t>Rubric levels (Excellent / Good / Satisfactory / Needs Improvement) require faculty evaluation. No scores are assigned in this presentation.</a:t>
            </a:r>
            <a:endParaRPr sz="1150"/>
          </a:p>
        </p:txBody>
      </p:sp>
      <p:sp>
        <p:nvSpPr>
          <p:cNvPr id="12" name="Footer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97480"/>
                </a:solidFill>
                <a:latin typeface="Aptos"/>
              </a:defRPr>
            </a:pPr>
            <a:r>
              <a:rPr sz="800" b="0">
                <a:solidFill>
                  <a:srgbClr val="697480"/>
                </a:solidFill>
                <a:latin typeface="Aptos"/>
              </a:rPr>
              <a:t>CS &amp; IT  |  Weekly Meal Planner &amp; Grocery Generator  |  Project Expo supplement</a:t>
            </a:r>
            <a:endParaRPr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rPr sz="2800" b="1">
                <a:solidFill>
                  <a:srgbClr val="14223D"/>
                </a:solidFill>
                <a:latin typeface="Aptos Display"/>
              </a:rPr>
              <a:t>Methodology, tools and prototype results</a:t>
            </a:r>
            <a:endParaRPr sz="2800"/>
          </a:p>
        </p:txBody>
      </p:sp>
      <p:sp>
        <p:nvSpPr>
          <p:cNvPr id="4" name="Teal accent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</p:sp>
      <p:sp>
        <p:nvSpPr>
          <p:cNvPr id="5" name="Approach and workflow"/>
          <p:cNvSpPr txBox="1"/>
          <p:nvPr/>
        </p:nvSpPr>
        <p:spPr>
          <a:xfrm>
            <a:off x="777240" y="1463040"/>
            <a:ext cx="51816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Approach and workflow</a:t>
            </a:r>
            <a:endParaRPr sz="1800"/>
          </a:p>
        </p:txBody>
      </p:sp>
      <p:sp>
        <p:nvSpPr>
          <p:cNvPr id="6" name="Details"/>
          <p:cNvSpPr txBox="1"/>
          <p:nvPr/>
        </p:nvSpPr>
        <p:spPr>
          <a:xfrm>
            <a:off x="777240" y="1983040"/>
            <a:ext cx="5181600" cy="3851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The program plans meals for Monday through Sunday.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Scanner reads one meal choice each day.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A switch maps choices to meals and adds Rs. 40, Rs. 120, or Rs. 100 to the weekly total.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After day seven, a for-each loop checks Rice, Chicken, Vegetables and Oil.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If an answer is “no”, the program prints the item to buy.</a:t>
            </a:r>
            <a:endParaRPr sz="1550"/>
          </a:p>
        </p:txBody>
      </p:sp>
      <p:sp>
        <p:nvSpPr>
          <p:cNvPr id="7" name="Technologies, tools and result"/>
          <p:cNvSpPr txBox="1"/>
          <p:nvPr/>
        </p:nvSpPr>
        <p:spPr>
          <a:xfrm>
            <a:off x="6553200" y="1463040"/>
            <a:ext cx="51816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Technologies, tools and result</a:t>
            </a:r>
            <a:endParaRPr sz="1800"/>
          </a:p>
        </p:txBody>
      </p:sp>
      <p:sp>
        <p:nvSpPr>
          <p:cNvPr id="8" name="Details"/>
          <p:cNvSpPr txBox="1"/>
          <p:nvPr/>
        </p:nvSpPr>
        <p:spPr>
          <a:xfrm>
            <a:off x="6553200" y="1983040"/>
            <a:ext cx="5181600" cy="3851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Java console application, shown in Visual Studio Code.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Scanner and System.out handle console input and output.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String[] stores days and groceries; int stores day and choice; double stores total cost.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while, switch, if and for-each implement the control flow.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The supplied sample output shows Rs. 560.0 and flags Chicken and Oil as missing. This is one demonstration run, not a performance measure.</a:t>
            </a:r>
            <a:endParaRPr sz="1550"/>
          </a:p>
        </p:txBody>
      </p:sp>
      <p:sp>
        <p:nvSpPr>
          <p:cNvPr id="9" name="Footer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97480"/>
                </a:solidFill>
                <a:latin typeface="Aptos"/>
              </a:defRPr>
            </a:pPr>
            <a:r>
              <a:rPr sz="800" b="0">
                <a:solidFill>
                  <a:srgbClr val="697480"/>
                </a:solidFill>
                <a:latin typeface="Aptos"/>
              </a:rPr>
              <a:t>CS &amp; IT  |  Weekly Meal Planner &amp; Grocery Generator  |  Project Expo supplement</a:t>
            </a:r>
            <a:endParaRPr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11.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73152" cy="4114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104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Project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101041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The Weekly Meal Planner &amp; Grocery Generator provides a simple Java-based approach to weekly meal planning.
• Plans meals for seven days.
• Uses switch to select meals and calculates estimated cost.
• Checks grocery availability using a for-each loop and if condition.
• Displays missing items and the final estimated cost.
• Demonstrates practical use of fundamental Java programming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>
                <a:solidFill>
                  <a:srgbClr val="CDE6E2"/>
                </a:solidFill>
                <a:latin typeface="Aptos"/>
              </a:rPr>
              <a:t>Weekly Meal Planner &amp; Grocery Generator
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572000"/>
            <a:ext cx="8138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Aptos"/>
              </a:rPr>
              <a:t>Y. Tarun Kumar  •  E. Sharan Teja
Faculty Guide: Gopikrishna  |  CS &amp;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1541</Words>
  <Application>Microsoft Office PowerPoint</Application>
  <PresentationFormat>Widescreen</PresentationFormat>
  <Paragraphs>158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tarunkumar1125@outlook.com</cp:lastModifiedBy>
  <cp:revision>5</cp:revision>
  <dcterms:created xsi:type="dcterms:W3CDTF">2013-01-27T09:14:16Z</dcterms:created>
  <dcterms:modified xsi:type="dcterms:W3CDTF">2026-10-16T06:25:40Z</dcterms:modified>
  <cp:category/>
</cp:coreProperties>
</file>