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82880"/>
            <a:ext cx="1828800" cy="1828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5303520"/>
            <a:ext cx="1371600" cy="137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76072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 Display"/>
              </a:rPr>
              <a:t>WEEKLY MEAL PLANNER
&amp; GROCERY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DE6E2"/>
                </a:solidFill>
                <a:latin typeface="Aptos"/>
              </a:rPr>
              <a:t>Java Mini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6583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Branch: Computer Science &amp; Information Technology (CS &amp; IT)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Team Members: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1. Y. Tarun Kumar  —  2620090136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2. E. Sharan Teja  —  2620090134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Faculty Guide: Gopikrishna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Java-based console application for planning meals across seven days.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Users select Breakfast, Lunch, or Dinner for each day.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The program adds the selected meal cost to an estimated weekly total.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It checks grocery availability and displays missing items to buy.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Uses core Java concepts such as Scanner, arrays, loops, switch, and if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4114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92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Manual meal planning can be repetitive and easy to forget.
• Meals must be planned day by day.
• Grocery availability is checked separately.
• Cost has to be calculated manually.
• Missing items may be overlooked.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73152" cy="411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Create one simple Java program that:
• plans meals for all 7 days,
• calculates the estimated cost,
• checks Rice, Chicken, Vegetables and Oil,
• tells the user which missing items to buy.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Plan meals for Monday to Sunday.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Provide three meal choices: Breakfast, Lunch and Dinner.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Calculate the total estimated meal cost automatically.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Check whether important grocery items are available.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Display a clear list of items that need to be purchased.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Demonstrate practical use of fundamental Java programming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4.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Manual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Meals are usually written in notes or on paper.
No automatic weekly repetition or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73152" cy="4389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Separate Grocery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Users check grocery items independently.
Missing items can be forgotten.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508760"/>
            <a:ext cx="73152" cy="438912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4" y="1673351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Manual Costing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148839"/>
            <a:ext cx="306323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Meal prices are added separately.
This takes extra time and effort.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5.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Select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26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Choose Meal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12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Add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Check Groceries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48840"/>
            <a:ext cx="1554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4080" y="18288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23D"/>
                </a:solidFill>
              </a:rPr>
              <a:t>Show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886200"/>
            <a:ext cx="8503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0" y="3886200"/>
            <a:ext cx="73152" cy="150876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57400" y="4050791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526280"/>
            <a:ext cx="80924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A simple weekly meal plan + grocery availability check + estimated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6.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USER 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716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MEAL SELECTION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0740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344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COST CALCULATION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2764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GROCERY 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22208" y="2350008"/>
            <a:ext cx="777240" cy="4114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2103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23D"/>
                </a:solidFill>
                <a:latin typeface="Aptos"/>
              </a:rPr>
              <a:t>FINAL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3886200"/>
            <a:ext cx="8046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03120" y="388620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7635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Core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526280"/>
            <a:ext cx="7635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days[] stores the week • items[] stores grocery items • total stores estimated cost • choice selects the meal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7. Functionalities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7-Day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Processes Monday–Sunday using a while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Meal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Switch statement offers 3 meal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17520"/>
            <a:ext cx="73152" cy="132588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Cost Estimation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Adds ₹40 / ₹120 / ₹100 based on selected meal.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821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Grocery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Checks Rice, Chicken, Vegetables and Oil.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61772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823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Missing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If answer is “no”, prints Buy &lt;item&gt;.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177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73152" cy="132588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7823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Final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57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Displays the estimated weekly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Place your first two code screenshots in the marked areas.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9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3761E1-7301-6FBA-986E-8D2147E55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92" y="2146329"/>
            <a:ext cx="5214457" cy="3111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AAF2FC-36D5-F47D-7991-F8B2ACBEC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90" y="2057400"/>
            <a:ext cx="508783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8. Implementation – Java Code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Place your remaining two code screenshots in the marked areas.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97480"/>
                </a:solidFill>
              </a:rPr>
              <a:t>PROGRAM SCREENSHOT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E15B15-070A-6A08-C409-EB91A0F8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53265"/>
            <a:ext cx="4947928" cy="31856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D18B8-598D-D5E3-B7BC-ED727F802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9" y="2587746"/>
            <a:ext cx="5211284" cy="2212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Output screenshots 1–4 • Replace the placeholders with your actual console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697480"/>
                </a:solidFill>
              </a:rPr>
              <a:t>OUTPUT SCREENSHOT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12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4685AF-22E1-3D55-C505-03A972D7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64" y="1825801"/>
            <a:ext cx="4763729" cy="16031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FA475A-C50E-0E98-2CBA-FD806D1DB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43" y="1900420"/>
            <a:ext cx="4968671" cy="15012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BA55B6-9581-B0B3-4D65-F3AC5C40E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29" y="4328151"/>
            <a:ext cx="4944103" cy="1272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99A24C2-0015-79B2-7B81-3764CE733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343" y="4244323"/>
            <a:ext cx="4732430" cy="1356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81737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9. Output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480"/>
                </a:solidFill>
                <a:latin typeface="Aptos"/>
              </a:rPr>
              <a:t>Output screenshots 5–8 • Replace the placeholders with your actual console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44168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697480"/>
                </a:solidFill>
              </a:rPr>
              <a:t>OUTPUT SCREENSHOT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94760"/>
            <a:ext cx="54864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931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97480"/>
                </a:solidFill>
              </a:rPr>
              <a:t>OUTPUT SCREENSHOT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FE320DA-A8C6-EEDF-6E37-C1B0C9BD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14" y="1952183"/>
            <a:ext cx="4061812" cy="12345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E9E9F0-3F73-8E74-1C75-20F0E0A9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961751"/>
            <a:ext cx="4587638" cy="11812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60504EB-7C19-DA14-83EA-D08107B2B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723" y="4297680"/>
            <a:ext cx="4305673" cy="13031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2737415-0325-8A8E-8C32-F4F925666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214" y="4270020"/>
            <a:ext cx="4824889" cy="15703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10.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more meal choices and allow users to enter custom meals.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Store ingredient quantities and automatically combine repeated ingredients.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a graphical user interface using Java Swing or JavaFX.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Connect the application to a database for saved meal plans.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Add nutrition, calorie and monthly budget tracking.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Provide personalized meal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23D"/>
                </a:solidFill>
                <a:latin typeface="Aptos Display"/>
              </a:rPr>
              <a:t>11.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4114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10104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23D"/>
                </a:solidFill>
                <a:latin typeface="Aptos Display"/>
              </a:rPr>
              <a:t>Project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01041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B34"/>
                </a:solidFill>
                <a:latin typeface="Aptos"/>
              </a:rPr>
              <a:t>The Weekly Meal Planner &amp; Grocery Generator provides a simple Java-based approach to weekly meal planning.
• Plans meals for seven days.
• Uses switch to select meals and calculates estimated cost.
• Checks grocery availability using a for-each loop and if condition.
• Displays missing items and the final estimated cost.
• Demonstrates practical use of fundamental Java programming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CDE6E2"/>
                </a:solidFill>
                <a:latin typeface="Aptos"/>
              </a:rPr>
              <a:t>Weekly Meal Planner &amp; Grocery Generator
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572000"/>
            <a:ext cx="8138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Aptos"/>
              </a:rPr>
              <a:t>Y. Tarun Kumar  •  E. Sharan Teja
Faculty Guide: Gopikrishna  |  CS &amp;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97480"/>
                </a:solidFill>
                <a:latin typeface="Aptos"/>
              </a:rPr>
              <a:t>CS &amp; IT  |  Weekly Meal Planner &amp; Grocery Generator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925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tarunkumar1125@outlook.com</cp:lastModifiedBy>
  <cp:revision>2</cp:revision>
  <dcterms:created xsi:type="dcterms:W3CDTF">2013-01-27T09:14:16Z</dcterms:created>
  <dcterms:modified xsi:type="dcterms:W3CDTF">2026-10-01T09:47:20Z</dcterms:modified>
  <cp:category/>
</cp:coreProperties>
</file>